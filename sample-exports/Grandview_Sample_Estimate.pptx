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2F"/>
          </a:solidFill>
          <a:ln w="12700">
            <a:solidFill>
              <a:srgbClr val="E86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60" kern="0" dirty="0">
                <a:solidFill>
                  <a:srgbClr val="1A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REVIEW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Grandview Website Estimate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32257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website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7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2026-10-29  • 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3090672"/>
            <a:ext cx="3401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calculation fixture for a custom website engagement. This is test data and not proof of client approval.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535838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PROJECT  $18,375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6446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7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www.mvpdesign.com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6199632"/>
            <a:ext cx="1005840" cy="658368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07408" y="365760"/>
          <a:ext cx="7360920" cy="4297680"/>
        </p:xfrm>
        <a:graphic>
          <a:graphicData uri="http://schemas.openxmlformats.org/drawingml/2006/table">
            <a:tbl>
              <a:tblPr/>
              <a:tblGrid>
                <a:gridCol w="2194560"/>
                <a:gridCol w="1508760"/>
                <a:gridCol w="640080"/>
                <a:gridCol w="1143000"/>
                <a:gridCol w="1188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/ TASK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DISCIPLINE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F8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F8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F8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F8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and visual design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$6,125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and testing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$8,750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management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management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$3,500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PROJECT TOTAL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173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$18,375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407408" y="4919472"/>
            <a:ext cx="7360920" cy="0"/>
          </a:xfrm>
          <a:prstGeom prst="line">
            <a:avLst/>
          </a:prstGeom>
          <a:noFill/>
          <a:ln w="12700">
            <a:solidFill>
              <a:srgbClr val="1AB7C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98848" y="5084064"/>
            <a:ext cx="7114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basis: Estimated hourly.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fees are estimates based on the hours and rates shown. Final charges will reflect actual work performed under the selected billing provisions; this estimate is not a fixed fee or an overall maximum.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variance provision selected.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revision rounds: subject to the confirmed change process and approved project terms.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only — 50% advance with remaining authorized project charges due on receipt of invoice.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MVP Marketing + Design,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Grandview Website Estimate Estimate</dc:title>
  <dc:subject>Grandview Website Estimate</dc:subject>
  <dc:creator>MVP Marketing + Design, Inc.</dc:creator>
  <cp:lastModifiedBy>MVP Marketing + Design, Inc.</cp:lastModifiedBy>
  <cp:revision>1</cp:revision>
  <dcterms:created xsi:type="dcterms:W3CDTF">2026-10-29T17:40:25Z</dcterms:created>
  <dcterms:modified xsi:type="dcterms:W3CDTF">2026-10-29T17:40:25Z</dcterms:modified>
</cp:coreProperties>
</file>